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3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4BACB-CD42-4291-A938-168E54AB6A5E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27C83-7EEC-4240-B0D5-8DD4D3CF3C98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27C83-7EEC-4240-B0D5-8DD4D3CF3C98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5BA8-E28E-45F2-82E7-2626EB8C3794}" type="datetimeFigureOut">
              <a:rPr lang="en-US" smtClean="0"/>
              <a:pPr/>
              <a:t>1/24/2016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E2D18-5EC7-4ECD-9AB0-90D39648D81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pic>
        <p:nvPicPr>
          <p:cNvPr id="8" name="Picture 7" descr="ppt emble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32064" y="214290"/>
            <a:ext cx="1011936" cy="1228344"/>
          </a:xfrm>
          <a:prstGeom prst="rect">
            <a:avLst/>
          </a:prstGeom>
        </p:spPr>
      </p:pic>
      <p:pic>
        <p:nvPicPr>
          <p:cNvPr id="9" name="Picture 8" descr="ppt v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0438"/>
            <a:ext cx="9144000" cy="33575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928802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4800" b="1" dirty="0">
              <a:latin typeface="Arial Rounded MT Bold" pitchFamily="34" charset="0"/>
            </a:endParaRPr>
          </a:p>
        </p:txBody>
      </p:sp>
      <p:pic>
        <p:nvPicPr>
          <p:cNvPr id="11" name="Picture 10" descr="ppt banner-fad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4346" y="428604"/>
            <a:ext cx="8286808" cy="1390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1472" y="642918"/>
            <a:ext cx="76022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 err="1" smtClean="0">
                <a:latin typeface="Arial Rounded MT Bold" pitchFamily="34" charset="0"/>
              </a:rPr>
              <a:t>Acharya</a:t>
            </a:r>
            <a:r>
              <a:rPr lang="en-IN" sz="4000" b="1" dirty="0" smtClean="0">
                <a:latin typeface="Arial Rounded MT Bold" pitchFamily="34" charset="0"/>
              </a:rPr>
              <a:t> </a:t>
            </a:r>
            <a:r>
              <a:rPr lang="en-IN" sz="4000" b="1" dirty="0" err="1" smtClean="0">
                <a:latin typeface="Arial Rounded MT Bold" pitchFamily="34" charset="0"/>
              </a:rPr>
              <a:t>Nagarjuna</a:t>
            </a:r>
            <a:r>
              <a:rPr lang="en-IN" sz="4000" b="1" dirty="0" smtClean="0">
                <a:latin typeface="Arial Rounded MT Bold" pitchFamily="34" charset="0"/>
              </a:rPr>
              <a:t> University</a:t>
            </a:r>
            <a:endParaRPr lang="en-IN" sz="4000" b="1" dirty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Grey-Background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ppt banner-fad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346" y="357166"/>
            <a:ext cx="11287204" cy="19097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8579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itchFamily="34" charset="0"/>
              </a:rPr>
              <a:t>Confused in comparison between</a:t>
            </a:r>
          </a:p>
          <a:p>
            <a:r>
              <a:rPr lang="en-IN" sz="3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itchFamily="34" charset="0"/>
              </a:rPr>
              <a:t>        E- marketing sites? </a:t>
            </a:r>
            <a:endParaRPr lang="en-IN" sz="3600" b="1" dirty="0">
              <a:solidFill>
                <a:schemeClr val="accent6">
                  <a:lumMod val="60000"/>
                  <a:lumOff val="4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" name="Picture 9" descr="ppt confused-doubting-ba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1540"/>
            <a:ext cx="9144000" cy="3506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pt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0562" y="30003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 descr="ppt Grey-Background-Tumblr-0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785793"/>
            <a:ext cx="4357686" cy="128588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1000108"/>
            <a:ext cx="478631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orte" pitchFamily="66" charset="0"/>
              </a:rPr>
              <a:t>Presenter- </a:t>
            </a:r>
            <a:r>
              <a:rPr lang="en-IN" sz="4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Forte" pitchFamily="66" charset="0"/>
              </a:rPr>
              <a:t>Wasim</a:t>
            </a:r>
            <a:endParaRPr lang="en-IN" sz="4400" dirty="0">
              <a:solidFill>
                <a:schemeClr val="tx1">
                  <a:lumMod val="85000"/>
                  <a:lumOff val="15000"/>
                </a:schemeClr>
              </a:solidFill>
              <a:latin typeface="Forte" pitchFamily="66" charset="0"/>
            </a:endParaRPr>
          </a:p>
        </p:txBody>
      </p:sp>
      <p:pic>
        <p:nvPicPr>
          <p:cNvPr id="14" name="Picture 13" descr="ppt Grey-Background-Tumblr-0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43306" y="3500438"/>
            <a:ext cx="5072066" cy="27146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786182" y="3571876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dirty="0" smtClean="0">
                <a:latin typeface="Forte" pitchFamily="66" charset="0"/>
              </a:rPr>
              <a:t>Behind the program- 			</a:t>
            </a:r>
            <a:r>
              <a:rPr lang="en-IN" sz="3200" b="1" dirty="0" err="1" smtClean="0">
                <a:latin typeface="Forte" pitchFamily="66" charset="0"/>
              </a:rPr>
              <a:t>Sushil</a:t>
            </a:r>
            <a:endParaRPr lang="en-IN" sz="3200" b="1" dirty="0" smtClean="0">
              <a:latin typeface="Forte" pitchFamily="66" charset="0"/>
            </a:endParaRPr>
          </a:p>
          <a:p>
            <a:r>
              <a:rPr lang="en-IN" sz="3200" b="1" dirty="0" smtClean="0">
                <a:latin typeface="Forte" pitchFamily="66" charset="0"/>
              </a:rPr>
              <a:t>		</a:t>
            </a:r>
            <a:r>
              <a:rPr lang="en-IN" sz="3200" b="1" dirty="0" err="1" smtClean="0">
                <a:latin typeface="Forte" pitchFamily="66" charset="0"/>
              </a:rPr>
              <a:t>Chandrika</a:t>
            </a:r>
            <a:r>
              <a:rPr lang="en-IN" sz="3200" b="1" dirty="0" smtClean="0">
                <a:latin typeface="Forte" pitchFamily="66" charset="0"/>
              </a:rPr>
              <a:t> </a:t>
            </a:r>
          </a:p>
          <a:p>
            <a:r>
              <a:rPr lang="en-IN" sz="3200" b="1" dirty="0" smtClean="0">
                <a:latin typeface="Forte" pitchFamily="66" charset="0"/>
              </a:rPr>
              <a:t>		</a:t>
            </a:r>
            <a:r>
              <a:rPr lang="en-IN" sz="3200" b="1" dirty="0" err="1" smtClean="0">
                <a:latin typeface="Forte" pitchFamily="66" charset="0"/>
              </a:rPr>
              <a:t>Devika</a:t>
            </a:r>
            <a:endParaRPr lang="en-IN" sz="3200" b="1" dirty="0" smtClean="0">
              <a:latin typeface="Forte" pitchFamily="66" charset="0"/>
            </a:endParaRPr>
          </a:p>
          <a:p>
            <a:r>
              <a:rPr lang="en-IN" sz="3200" b="1" dirty="0" smtClean="0">
                <a:latin typeface="Forte" pitchFamily="66" charset="0"/>
              </a:rPr>
              <a:t>		</a:t>
            </a:r>
            <a:r>
              <a:rPr lang="en-IN" sz="3200" b="1" dirty="0" err="1" smtClean="0">
                <a:latin typeface="Forte" pitchFamily="66" charset="0"/>
              </a:rPr>
              <a:t>Vasanth</a:t>
            </a:r>
            <a:endParaRPr lang="en-IN" sz="3200" b="1" dirty="0">
              <a:latin typeface="Forte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6956519-abstract-grey-background-in-the-form-of-a-grid-in-a-grunge-sty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ppt unna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2" y="4576616"/>
            <a:ext cx="4286248" cy="2281383"/>
          </a:xfrm>
          <a:prstGeom prst="rect">
            <a:avLst/>
          </a:prstGeom>
        </p:spPr>
      </p:pic>
      <p:pic>
        <p:nvPicPr>
          <p:cNvPr id="8" name="Picture 7" descr="ppt banner-fad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14412" y="-214338"/>
            <a:ext cx="10215634" cy="50006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714356"/>
            <a:ext cx="935834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000" dirty="0" smtClean="0">
                <a:latin typeface="Aldhabi" pitchFamily="2" charset="-78"/>
                <a:cs typeface="Aldhabi" pitchFamily="2" charset="-78"/>
              </a:rPr>
              <a:t>So we made a website to compare the</a:t>
            </a:r>
          </a:p>
          <a:p>
            <a:r>
              <a:rPr lang="en-IN" sz="6000" dirty="0" smtClean="0">
                <a:latin typeface="Aldhabi" pitchFamily="2" charset="-78"/>
                <a:cs typeface="Aldhabi" pitchFamily="2" charset="-78"/>
              </a:rPr>
              <a:t> Prices, Specifications, Reviews and Ratings </a:t>
            </a:r>
          </a:p>
          <a:p>
            <a:r>
              <a:rPr lang="en-IN" sz="6000" dirty="0" smtClean="0">
                <a:latin typeface="Aldhabi" pitchFamily="2" charset="-78"/>
                <a:cs typeface="Aldhabi" pitchFamily="2" charset="-78"/>
              </a:rPr>
              <a:t>of  two E-Commerce giants... </a:t>
            </a:r>
          </a:p>
          <a:p>
            <a:endParaRPr lang="en-IN" sz="6000" dirty="0">
              <a:latin typeface="Aldhabi" pitchFamily="2" charset="-78"/>
              <a:cs typeface="Aldhabi" pitchFamily="2" charset="-78"/>
            </a:endParaRPr>
          </a:p>
          <a:p>
            <a:endParaRPr lang="en-IN" sz="6000" dirty="0">
              <a:latin typeface="Aldhabi" pitchFamily="2" charset="-78"/>
              <a:cs typeface="Aldhabi" pitchFamily="2" charset="-78"/>
            </a:endParaRPr>
          </a:p>
        </p:txBody>
      </p:sp>
      <p:pic>
        <p:nvPicPr>
          <p:cNvPr id="9" name="Picture 8" descr="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72008"/>
            <a:ext cx="4643438" cy="2285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Grey-Background-Tumblr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0100" y="1571612"/>
            <a:ext cx="87154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0" b="1" dirty="0" smtClean="0">
                <a:latin typeface="Algerian" pitchFamily="82" charset="0"/>
              </a:rPr>
              <a:t>Pin Yin</a:t>
            </a:r>
            <a:endParaRPr lang="en-IN" sz="16000" b="1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 Grey-Background-Tumblr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ppt thank-you-beautiful-text-black-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532078"/>
          </a:xfrm>
          <a:prstGeom prst="rect">
            <a:avLst/>
          </a:prstGeom>
        </p:spPr>
      </p:pic>
      <p:pic>
        <p:nvPicPr>
          <p:cNvPr id="8" name="Picture 7" descr="ppt funny_pug_dog_hd_wallpaper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3429000"/>
            <a:ext cx="9144000" cy="3786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143</TotalTime>
  <Words>41</Words>
  <Application>Microsoft Office PowerPoint</Application>
  <PresentationFormat>On-screen Show (4:3)</PresentationFormat>
  <Paragraphs>13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21</cp:revision>
  <dcterms:created xsi:type="dcterms:W3CDTF">2016-01-23T17:53:56Z</dcterms:created>
  <dcterms:modified xsi:type="dcterms:W3CDTF">2016-01-23T22:10:35Z</dcterms:modified>
</cp:coreProperties>
</file>